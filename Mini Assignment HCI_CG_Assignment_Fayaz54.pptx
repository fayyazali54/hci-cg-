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56" r:id="rId3"/>
    <p:sldId id="257" r:id="rId4"/>
    <p:sldId id="258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104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5063B0-4FEE-9A57-F8E9-B1B4408C1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32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— HCI Focus: Interaction Elements in Tinkercad</a:t>
            </a:r>
            <a:endParaRPr lang="en-US" sz="2200" dirty="0"/>
          </a:p>
        </p:txBody>
      </p:sp>
      <p:pic>
        <p:nvPicPr>
          <p:cNvPr id="3" name="Image 0" descr="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076" y="868680"/>
            <a:ext cx="6400800" cy="3962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034894" y="1046988"/>
            <a:ext cx="672084" cy="633984"/>
          </a:xfrm>
          <a:prstGeom prst="rect">
            <a:avLst/>
          </a:prstGeom>
          <a:ln w="28575">
            <a:solidFill>
              <a:srgbClr val="D6454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560674" y="900684"/>
            <a:ext cx="292608" cy="292608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560674" y="9006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932481" y="1839468"/>
            <a:ext cx="435254" cy="2020824"/>
          </a:xfrm>
          <a:prstGeom prst="rect">
            <a:avLst/>
          </a:prstGeom>
          <a:ln w="28575">
            <a:solidFill>
              <a:srgbClr val="2477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21431" y="1693164"/>
            <a:ext cx="292608" cy="292608"/>
          </a:xfrm>
          <a:prstGeom prst="ellipse">
            <a:avLst/>
          </a:prstGeom>
          <a:solidFill>
            <a:srgbClr val="2477C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21431" y="16931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932481" y="4395216"/>
            <a:ext cx="1792224" cy="356616"/>
          </a:xfrm>
          <a:prstGeom prst="rect">
            <a:avLst/>
          </a:prstGeom>
          <a:ln w="28575">
            <a:solidFill>
              <a:srgbClr val="2E9E5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8401" y="4248912"/>
            <a:ext cx="292608" cy="292608"/>
          </a:xfrm>
          <a:prstGeom prst="ellipse">
            <a:avLst/>
          </a:prstGeom>
          <a:solidFill>
            <a:srgbClr val="2E9E5B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8401" y="4248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968240"/>
            <a:ext cx="3636264" cy="1234440"/>
          </a:xfrm>
          <a:prstGeom prst="roundRect">
            <a:avLst>
              <a:gd name="adj" fmla="val 5926"/>
            </a:avLst>
          </a:prstGeom>
          <a:solidFill>
            <a:srgbClr val="F6F6F6"/>
          </a:solidFill>
          <a:ln w="9525">
            <a:solidFill>
              <a:srgbClr val="E2E2E2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4360" y="505968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Navigation Cube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94360" y="5352288"/>
            <a:ext cx="336194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Clicking directly on a labeled face like “TOP” or “FRONT” snaps the camera straight to that standard view, instead of manually dragging to line the model up.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76344" y="4968240"/>
            <a:ext cx="3636264" cy="1234440"/>
          </a:xfrm>
          <a:prstGeom prst="roundRect">
            <a:avLst>
              <a:gd name="adj" fmla="val 5926"/>
            </a:avLst>
          </a:prstGeom>
          <a:solidFill>
            <a:srgbClr val="F6F6F6"/>
          </a:solidFill>
          <a:ln w="9525">
            <a:solidFill>
              <a:srgbClr val="E2E2E2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413504" y="505968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47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Left-Side Toolbar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413504" y="5352288"/>
            <a:ext cx="336194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Home, orbit, zoom in/out, and the view-type toggle all sit in one vertical stack, so a beginner never has to hunt for a keyboard shortcut to move around the scene.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095488" y="4968240"/>
            <a:ext cx="3636264" cy="1234440"/>
          </a:xfrm>
          <a:prstGeom prst="roundRect">
            <a:avLst>
              <a:gd name="adj" fmla="val 5926"/>
            </a:avLst>
          </a:prstGeom>
          <a:solidFill>
            <a:srgbClr val="F6F6F6"/>
          </a:solidFill>
          <a:ln w="9525">
            <a:solidFill>
              <a:srgbClr val="E2E2E2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232648" y="505968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Playback Controls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232648" y="5352288"/>
            <a:ext cx="336194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pause button and the red scrubber let you step through the build frame by frame, giving direct control over exactly which stage of the model you're looking at.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Fayyaz Bozdar  |  2k24/CSE/54  |  HCI and Computer Graphics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— CG Focus: Rendering / Visual Elements in Tinkercad</a:t>
            </a:r>
            <a:endParaRPr lang="en-US" sz="2200" dirty="0"/>
          </a:p>
        </p:txBody>
      </p:sp>
      <p:pic>
        <p:nvPicPr>
          <p:cNvPr id="3" name="Image 0" descr="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076" y="868680"/>
            <a:ext cx="6400800" cy="3998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270248" y="868680"/>
            <a:ext cx="1248156" cy="2639293"/>
          </a:xfrm>
          <a:prstGeom prst="rect">
            <a:avLst/>
          </a:prstGeom>
          <a:ln w="28575">
            <a:solidFill>
              <a:srgbClr val="D6454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372100" y="722376"/>
            <a:ext cx="292608" cy="292608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372100" y="7223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14516" y="1434528"/>
            <a:ext cx="1696212" cy="1319646"/>
          </a:xfrm>
          <a:prstGeom prst="rect">
            <a:avLst/>
          </a:prstGeom>
          <a:ln w="28575">
            <a:solidFill>
              <a:srgbClr val="2477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64424" y="1288224"/>
            <a:ext cx="292608" cy="292608"/>
          </a:xfrm>
          <a:prstGeom prst="ellipse">
            <a:avLst/>
          </a:prstGeom>
          <a:solidFill>
            <a:srgbClr val="2477C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64424" y="12882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10728" y="1812427"/>
            <a:ext cx="1184148" cy="1191681"/>
          </a:xfrm>
          <a:prstGeom prst="rect">
            <a:avLst/>
          </a:prstGeom>
          <a:ln w="28575">
            <a:solidFill>
              <a:srgbClr val="2E9E5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8572" y="1666123"/>
            <a:ext cx="292608" cy="292608"/>
          </a:xfrm>
          <a:prstGeom prst="ellipse">
            <a:avLst/>
          </a:prstGeom>
          <a:solidFill>
            <a:srgbClr val="2E9E5B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8572" y="1666123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5004768"/>
            <a:ext cx="3636264" cy="1234440"/>
          </a:xfrm>
          <a:prstGeom prst="roundRect">
            <a:avLst>
              <a:gd name="adj" fmla="val 5926"/>
            </a:avLst>
          </a:prstGeom>
          <a:solidFill>
            <a:srgbClr val="F6F6F6"/>
          </a:solidFill>
          <a:ln w="9525">
            <a:solidFill>
              <a:srgbClr val="E2E2E2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4360" y="5096208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Mesh Geometry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94360" y="5388816"/>
            <a:ext cx="336194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prism and sphere are built from flat polygon faces joined at edges and vertices — you can actually see individual facets on the “curved” sphere, a giveaway that it's a low-poly mesh, not a true smooth curve.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76344" y="5004768"/>
            <a:ext cx="3636264" cy="1234440"/>
          </a:xfrm>
          <a:prstGeom prst="roundRect">
            <a:avLst>
              <a:gd name="adj" fmla="val 5926"/>
            </a:avLst>
          </a:prstGeom>
          <a:solidFill>
            <a:srgbClr val="F6F6F6"/>
          </a:solidFill>
          <a:ln w="9525">
            <a:solidFill>
              <a:srgbClr val="E2E2E2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413504" y="5096208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47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 &amp; Surface Shading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413504" y="5388816"/>
            <a:ext cx="336194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beam of the orange rack has a brighter top/front face and a darker side face — basic diffuse lighting, where the renderer shades every flat polygon differently depending on its angle to the light source.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095488" y="5004768"/>
            <a:ext cx="3636264" cy="1234440"/>
          </a:xfrm>
          <a:prstGeom prst="roundRect">
            <a:avLst>
              <a:gd name="adj" fmla="val 5926"/>
            </a:avLst>
          </a:prstGeom>
          <a:solidFill>
            <a:srgbClr val="F6F6F6"/>
          </a:solidFill>
          <a:ln w="9525">
            <a:solidFill>
              <a:srgbClr val="E2E2E2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232648" y="5096208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 Camera View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232648" y="5388816"/>
            <a:ext cx="336194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yellow-topped ramp in the distance renders smaller and flatter than the objects up front, and the scene narrows toward the horizon — the signature of a perspective projection, not a flat orthographic view.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Fayyaz Bozdar  |  2k24/CSE/54  |  HCI and Computer Graphics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Questions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</a:t>
            </a:r>
            <a:r>
              <a:rPr lang="en-US" sz="13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Computer Graphics quality help or hinder the user's ability to interact with the software?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shading and shadows make it much easier to tell how objects sit relative to each other in a cluttered scene like this — without them, it would be hard to tell what's resting on the ground and what's floating. The trade-off is that the low-poly, flat-shaded style makes curved surfaces like the sphere look a bit blocky up close, which can make precise alignment slightly harder to judge.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</a:t>
            </a:r>
            <a:r>
              <a:rPr lang="en-US" sz="13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one simple HCI change you would make to improve the user interface?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simple fix would be giving the left-side toolbar icons a small permanent text label instead of relying only on a hover tooltip, since icons like the view-type toggle aren't immediately obvious to a first-time user.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Fayyaz Bozdar  |  2k24/CSE/54  |  HCI and Computer Graphics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471</Words>
  <Application>Microsoft Office PowerPoint</Application>
  <PresentationFormat>Widescreen</PresentationFormat>
  <Paragraphs>31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Fayyaz</cp:lastModifiedBy>
  <cp:revision>2</cp:revision>
  <dcterms:created xsi:type="dcterms:W3CDTF">2026-09-08T13:51:25Z</dcterms:created>
  <dcterms:modified xsi:type="dcterms:W3CDTF">2026-09-13T16:46:15Z</dcterms:modified>
</cp:coreProperties>
</file>